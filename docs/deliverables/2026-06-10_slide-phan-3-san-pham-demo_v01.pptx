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Phan cuoi: chung minh thiet ke o phan 2 da thanh san pham chay that. Cao trao la demo truc tiep.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con so doc cham. 30/30 la con so quan trong nhat - noi voi 30 chuc nang ban 1 da neu. Trace duoc tung dong la diem cong khi bao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Thong diep: chat luong co quy trinh do dac. 4 mang: UX, a11y, bao mat, E2E. Cac con so deu co file bao cao goc trong 11-docs.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nay tra loi cau hoi 'san pham mon hoc hay san pham that?'. Diem dat: ban Docker offline lam rieng de thay cham khong phu thuoc 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la slide treo man hinh truoc khi chuyen sang app that. 6 buoc bam dung thu tu workflow 2 cap. BCN duoc to do de khan gia nhin thay 2 lan phe duyet.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Vong tron khep kin voi phan mo man cua ban 1: 4 van de - 4 loi giai da chay that. Day la slide ket luan manh nhat.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 dong neu han che truoc khi thay hoi - the hien nhom hieu san pham. Cau chot quan trong: chua lam vs khong lam duoc.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huong xep theo do uu tien. Diem cong: faculty scope da thiet ke san tu dau nen nhan rong khong phai dap lai kien truc.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 on ngan gon, de man hinh o slide nay suot phien Q&amp;A vi co san link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537960" y="68580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/ 3 — SẢN PHẨM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thật, đo thật, demo thật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triển khai · chất lượng · demo trực tiếp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542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Thành viên 3 — Nhóm N08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triển khai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33472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33472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chất lượng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26864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626864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0256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0256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đi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TRIỂN KHAI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hoàn chỉnh — không phải bản mẫu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92808" cy="17830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đề ra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615184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 có UI hoàn chỉnh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4328" y="1417320"/>
            <a:ext cx="1892808" cy="17830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1627632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24328" y="230428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615184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tài liệu Swagger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0016" y="1417320"/>
            <a:ext cx="1892808" cy="17830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627632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00016" y="230428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73168" y="2615184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schema thiết kế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1417320"/>
            <a:ext cx="1892808" cy="17830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1627632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75704" y="230428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chạy thật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48856" y="2615184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APK ~26 MB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chạy thật: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trên Railway  ·  web trên Cloudflare Pages (ptit-contest-app.pages.dev)  ·  giám sát lỗi Sentry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chức năng đối chiếu ma trận traceability v03 (02-requirements) — từng dòng yêu cầu ↔ API ↔ màn hình.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CHẤT LƯỢNG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Chất lượng được đo, không tự nhận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77640" cy="1353312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9121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517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audit 24 màn hình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44752" y="181051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phát hiện được lập danh sách — đã đóng 100% lỗi Nghiêm trọng &amp; Lớn qua 3 sprint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353312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6479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41" y="191219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1517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(axe-core)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05272" y="181051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8 cỡ màn hình: 24 → 0 vi phạm thực; bổ sung Semantics cho trình đọc màn hình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89504"/>
            <a:ext cx="3977640" cy="1353312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82696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343009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44752" y="33284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securityheaders.com xếp hạng A+ · phân quyền RBAC test theo cả 4 vai trò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889504"/>
            <a:ext cx="3977640" cy="1353312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82696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41" y="343009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05272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luồng nghiệp vụ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05272" y="33284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→ nộp bài → chấm → chứng nhận: pass trọn vẹn với cả cuộc thi cá nhân và theo đội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báo cáo kiểm thử lưu trong 11-docs — số liệu nào cũng truy lại được.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chỉ chạy — còn quan sát và bảo trì được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53216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25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hai đầu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325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runtime frontend lẫn backend tự báo về một dashboard, tách bằng tag nền tảng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3734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67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tra cứu được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06240" y="2167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thao tác ghi đều lưu vết; admin lọc theo người dùng, hành động, khoảng thời gian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81528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214665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0837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bài thi trên R2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206240" y="300837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file khỏi database, tổ chức theo cây cuộc thi/vòng/bài — tải về có kiểm soát quyền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22776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05591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496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offline một lệnh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206240" y="38496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kèm dữ liệu mẫu seed sẵn — thầy cô chấm được mà không cần mạng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cuộc thi trọn vòng đời — trong 5 phút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2984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cuộc thi, cấu hình vòng thi và trình BCN duyệt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013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77393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đề xuất (QĐ1) — cuộc thi được công bố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7685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2494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tham gia và nộp bài trực tuyến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5234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7249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theo rubric — điểm tự tổng hợp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278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200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kết quả chung cuộc (QĐ2)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6758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kết quả, tải chứng nhận và xác thực QR công khai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1417320"/>
            <a:ext cx="1280160" cy="1280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096" y="1627632"/>
            <a:ext cx="658368" cy="6583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0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QR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sẵn:  </a:t>
            </a:r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đăng nhập tự điền tài khoản demo theo tab vai trò · dự phòng APK + bản Docker offline nếu mạng trục trặc.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lại 4 vấn đề mở đầu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585216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7160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kênh thông tin phân tán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023360" cy="585216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3716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nền tảng duy nhất — web + mobile + APK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3520440" cy="585216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214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giấy, chờ 3–7 ngày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121408"/>
            <a:ext cx="4023360" cy="585216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121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QĐ1/QĐ2 online, lưu vết từng vòng chỉnh sửa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3520440" cy="585216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7121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form, chấm Excel thủ công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2871216"/>
            <a:ext cx="4023360" cy="585216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871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trong app · rubric tự tổng hợp · có audit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3520440" cy="585216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21024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nhận giấy, khó kiểm chứng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0" y="3621024"/>
            <a:ext cx="4023360" cy="585216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62102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nhận số — xác thực QR công khai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chức năng cam kết ở Phần 1 — có mặt đầy đủ trong sản phẩm cuối.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THẲNG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Những gì hệ thống chưa làm được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 mời vào đội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98448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sẵn sàng, UI nhận lời mời còn tạm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48132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184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 bằng camera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58968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hiện nhập mã thủ công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48716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243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push notification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98448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mới dừng ở trong app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48716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243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xếp hạng realtime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58968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tải lại trang, chưa WebSocket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49300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3016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tự động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98448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còn deploy thủ công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9160" y="349300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3016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5896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ngôn ngữ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58968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hiện chỉ tiếng Việt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đều đã có phương án kỹ thuật cụ thể trong chương 5 báo cáo — là việc chưa làm, không phải việc không làm được.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 nếu được đầu tư thêm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tài khoản PTIT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98448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một chạm — nút đã chừa sẵn ở màn login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48132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184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qua HTTP API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58968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chặn SMTP của hosting miễn phí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48716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243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realtime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98448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xếp hạng live + thông báo đẩy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48716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243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58968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là tự build, tự deploy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49300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3016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iOS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98448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codebase Flutter, thêm một target build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9160" y="3493008"/>
            <a:ext cx="548640" cy="548640"/>
          </a:xfrm>
          <a:prstGeom prst="ellipse">
            <a:avLst/>
          </a:prstGeom>
          <a:solidFill>
            <a:srgbClr val="FBEFF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3016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5896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rộng toàn Học viện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58968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khoa — phạm vi faculty đã thiết kế sẵn từ đầu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theo giá trị người dùng: SSO và thông báo email trước, mở rộng quy mô sau.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· 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537960" y="68580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cô và các bạn!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N08 sẵn sàng trả lời câu hỏi — về nghiệp vụ, thiết kế hay code.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thử ngay: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ptit-contest-app.pages.dev</a:t>
            </a:r>
            <a:pPr indent="0" marL="0">
              <a:buNone/>
            </a:pPr>
            <a:r>
              <a:rPr lang="en-US" sz="1400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mã nguồn &amp; tài liệu đầy đủ trong repo nhóm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 3 - San pham &amp; Demo</dc:title>
  <dc:subject>PptxGenJS Presentation</dc:subject>
  <dc:creator>Nhom N08</dc:creator>
  <cp:lastModifiedBy>Nhom N08</cp:lastModifiedBy>
  <cp:revision>1</cp:revision>
  <dcterms:created xsi:type="dcterms:W3CDTF">2026-06-10T21:22:52Z</dcterms:created>
  <dcterms:modified xsi:type="dcterms:W3CDTF">2026-06-10T21:22:52Z</dcterms:modified>
</cp:coreProperties>
</file>