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 tiep phan 1: bai toan da ro, gio tra loi cau hoi 'dung len the nao'. 4 buoc: kien truc, du lieu, API, giao 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3 lop tu trai sang phai. Diem nhan: 1 codebase Flutter ra ca web lan APK; backend va DB tach roi, giao tiep chuan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Moi cong nghe 1 ly do thuc dung, gan voi hoan canh nhom 3 nguoi. Tranh ke dac diem chung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Khong doc het 43 bang - chi 6 nhom theo vong doi. Dung lau o box do: workflow_approvals la noi hien thuc hoa quy trinh 2 cap ma ban 1 gioi thieu.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con so trai de dinh hinh quy mo. Cot phai la bang chung do duoc: scan A+ securityheaders.com - co the mo live neu thay hoi.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Nhan manh quy trinh: thiet ke truoc, code sau. Mockup HTML cho 4 vai tro la diem cong - co the mo file mockup neu duoc hoi.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 khong phai trang tri: no la luat duoc enforce bang lint. Con so 334-&gt;269 la bang chung he thong tu kiem soat duoc chat luong giao 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the hien cua cung 1 codebase. Neu demo: keo nho cua so browser de thay layout tu chuyen sidebar -&gt; bottom nav.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Chot 1 cau va chuyen ngay cho ban thu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537960" y="68580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/ 3 — THIẾT KẾ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được thiết kế thế nào?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yêu cầu ở Phần 1 đến bản thiết kế hoàn chỉnh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542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Thành viên 2 — Nhóm N08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công nghệ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33472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33472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26864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626864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bảo mật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0256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0256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design system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lớp rõ ràng — một codebase giao diện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9572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5361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1031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(Cloudflare Pages)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Android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/ mobile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192024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93008" y="1371600"/>
            <a:ext cx="239572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5361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15361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94176" y="21031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endpoints REST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nhóm router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trên Railway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70448" y="192024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37376" y="1371600"/>
            <a:ext cx="2395728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01968" y="15361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55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50608" y="15361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638544" y="210312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bảng nghiệp vụ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· constraint · trigger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async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743200" y="10789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87568" y="10789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async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3310128"/>
            <a:ext cx="2395728" cy="8686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13232" y="34015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13232" y="36758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file bài thi theo cây contest/round/entry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493008" y="3310128"/>
            <a:ext cx="2395728" cy="8686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0" y="34015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657600" y="36758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lỗi runtime cả frontend lẫn backend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37376" y="3310128"/>
            <a:ext cx="2395728" cy="8686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601968" y="34015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OTP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601968" y="36758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đăng nhập + quên mật khẩu OTP 6 số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chạy trên hạ tầng cloud miễn phí — nhưng deploy thật, người dùng truy cập được ngay.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 CÔNG NGHỆ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chọn bộ ba này?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62872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7190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một lần — chạy web, mobile responsive và APK Android. Nhóm 3 người không đủ sức nuôi 2 codebase riêng.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077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79806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 hiệu năng tốt, tự sinh tài liệu Swagger cho 99 endpoints — frontend đối chiếu API không cần hỏi backend.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3931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8671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29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87705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nghiệp vụ đặt ngay tầng dữ liệu: enum trạng thái, unique theo vòng duyệt, trigger cập nhật — sai là chặn từ gốc.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chung: miễn phí cho sinh viên, tài liệu tốt, và dùng được cho đồ án lẫn sản phẩm thật.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bảng — xoay quanh vòng đời cuộc thi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&amp; phân quyền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94944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faculties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10128" y="1325880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Cuộc thi &amp; vòng thi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56432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 · rounds · sessions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71616" y="1325880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&amp; đội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0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· teams · members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13432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nộp &amp; file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· versions · files (R2)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2313432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&amp; kết quả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56432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· scores · results · certificates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2313432"/>
            <a:ext cx="257860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hệ thống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audit_logs · configs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8046720" cy="841248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478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 tim của thiết kế — bảng workflow_approvals:  </a:t>
            </a:r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trình duyệt là một bản ghi mới (QĐ1/QĐ2, vòng sửa tăng dần) kèm snapshot JSON — đối chiếu được mọi phiên bản, đúng yêu cầu lưu vết ở Phần 1.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ER đầy đủ trong 08-database (er-diagram v02) — sẵn sàng nếu thầy cô muốn xem chi tiết.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BẢO MẬT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có kỷ luật — bảo mật có kiểm chứng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508760" cy="9144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1325880"/>
            <a:ext cx="1508760" cy="9144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router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1325880"/>
            <a:ext cx="1508760" cy="9144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RBAC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— mobile có đăng nhập sinh trắc học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2 tầng: vai trò + phạm vi dữ liệu (own / assigned / faculty)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mật khẩu bằng OTP 6 số, cấu hình được trong system_configs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middleware: tự ghi mọi thao tác ghi dữ liệu vào audit_logs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325880"/>
            <a:ext cx="27889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600200"/>
            <a:ext cx="603504" cy="60350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0631" y="1757111"/>
            <a:ext cx="289682" cy="28968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securityheaders.com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943600" y="2651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5943600" y="3520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security headers chuẩn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(HSTS, CSP, X-Frame…)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wireframe đến code — không nhảy cóc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1051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3619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phác luồng màn hình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04-wireframes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0048" y="1417320"/>
            <a:ext cx="181051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153619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9776" y="18470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vai trò · 2 vòng sửa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0048" y="26060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05-mockups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53128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1810512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53619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18470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màu/cỡ/chuyển động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26060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06-design-system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74536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12864" y="1417320"/>
            <a:ext cx="1810512" cy="1097280"/>
          </a:xfrm>
          <a:prstGeom prst="rect">
            <a:avLst/>
          </a:prstGeom>
          <a:solidFill>
            <a:srgbClr val="C8102E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53619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Flutter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22592" y="1847088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 theo thiết kế đã chốt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12864" y="26060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09-implementation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25526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HTML riêng cho từng vai trò (SV / GV / BCN / Admin), sửa 2 vòng trước khi code.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luồng nghiệp vụ sớm trên mockup rẻ hơn nhiều so với đập đi xây lại trong Flutter.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giai đoạn là một folder trong repo — thầy cô truy vết được toàn bộ quá trình thiết kế.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ngôn ngữ hình ảnh — máy kiểm tra được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77640" cy="1316736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46504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89390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AppColors / Spacing / Radius / Duration — cấm hex và số lẻ trong code màn hình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316736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46504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41" y="189390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PTIT đỏ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05272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 OKLCH 9 nấc (ptitRed50–900), tương phản đạt chuẩn WCAG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52928"/>
            <a:ext cx="3977640" cy="1316736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2783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33752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mode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4752" y="33101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token phủ cả 2 chế độ, toggle lưu theo người dùng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852928"/>
            <a:ext cx="3977640" cy="1316736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2783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41" y="337523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05272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tự động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05272" y="33101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design_lint.ps1 quét vi phạm trước commit + checklist review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đo được: vi phạm style giảm 334 → 269 ngay đợt đầu; 2 nhóm vi phạm nặng nhất về 0.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giao diện — vừa màn lớn, vừa điện thoại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7764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≥ 900 px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nhóm chức năng theo vai trò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gọn 240 ↔ 64 px, nhớ lựa chọn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 rộng, bulk 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7764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APK &lt; 768 px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+ drawer, thao tác 1 tay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sinh trắc học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codebase — không màn nào bị bỏ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578608" cy="8229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theme sáng/tối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0128" y="3520440"/>
            <a:ext cx="2578608" cy="8229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có CTA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56432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màn hình trắng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3520440"/>
            <a:ext cx="2578608" cy="8229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deadline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không lỡ hạn nộp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trải nghiệm được chuẩn hóa thành widget dùng chung — màn nào cũng đồng nhất.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4828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đã thành hình.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lớp kiến trúc, 43 bảng dữ liệu, một design system có lint giữ kỷ luật.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còn lại: chạy thật có tốt như trên giấy?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611880"/>
            <a:ext cx="512064" cy="51206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17" y="3745017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5935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 — Phần 3: Sản phẩm, chất lượng &amp; demo trực tiếp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3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 ·  Kiểm thử  ·  Demo  ·  Kết luận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 2 - Thiet ke he thong</dc:title>
  <dc:subject>PptxGenJS Presentation</dc:subject>
  <dc:creator>Nhom N08</dc:creator>
  <cp:lastModifiedBy>Nhom N08</cp:lastModifiedBy>
  <cp:revision>1</cp:revision>
  <dcterms:created xsi:type="dcterms:W3CDTF">2026-06-10T21:22:52Z</dcterms:created>
  <dcterms:modified xsi:type="dcterms:W3CDTF">2026-06-10T21:22:52Z</dcterms:modified>
</cp:coreProperties>
</file>